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Mock PowerPoint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content from the mock PowerPoint presentation.</a:t>
            </a:r>
          </a:p>
          <a:p>
            <a:r>
              <a:t>It should be extracted successfully.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